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 NOT VISIBLE ON PROJECTOR
Audience plant questions for Q&amp;A (drawn from Part 1).
Pick 2–3 to seed with friendly attendees beforehand. These are tuned to
land specific points in front of the boss.
=========================================================================
1. "How does the NRP managed-LLM stack compare to commercial inference
    (Together, Fireworks, Bedrock) on cost-per-million-tokens, model
    breadth, and time-to-availability for new open-weights releases?"
    → Lets you say: Qwen3.5, Kimi-K2.6, MiniMax-M2.7, GLM-4.7 all live
      within weeks of release. Free for the user. SDSC + Internet2
      affiliates get 2× concurrency. Boss-friendly framing: NRP is a
      strategic alternative, not a free toy.
2. "The cache_salt mechanism is interesting · how much of vLLM's GPU time
    is reclaimed by prefix caching at the gateway level, and is that
    measurable per user?"
    → Lets you talk engineering depth. Distinguishes NRP from "OpenAI
      wrapper" services. Boss likes "we are building real infra."
3. "You showed federated GPUs across UCSD, Mizzou, OSU, Fresno State,
    Sacramento State and others · what's the operational story when a
    site goes down vs. centralized clouds?"
    → Lets you discuss the federation moat: BackendTrafficPolicy retry,
      multi-replica StatefulSets, scaled-to-zero GH200 reserves. Boss
      likes "we have operational maturity AND a moat."
4. "What's the path from open-weights inference today to fine-tuning or
    serving custom models on NRP tomorrow · same gateway?"
    → Lets you forward-position: yes, the same Envoy + AIGatewayRoute
      pattern absorbs custom models in project namespaces. Boss likes
      "this stack scales beyond inference."
5. "Authentik + group flags is unusual · what's the operational benefit
    over per-user API keys like commercial services?"
    → Lets you frame: identity travels end-to-end (cache_salt is hashed
      x-user-id), labs self-organize via groups, admins control LLM flag
      at the group level not user level. Boss likes "we built this
      thoughtfully."
6. "How fast does NRP move on a new SOTA model? You named ten · what's
    the median lag between HF release and NRP availability?"
    → Lets you brag about velocity. Hard to land directly without
      sounding boastful, easy to land via a planted question.
Talking-point ammo if the boss is in the room:
- Gateway is upstream Envoy AI Gateway (CRDs aigateway.envoyproxy.io/v1beta1).
- Per-route timeouts: 1200 s general, 3600 s for long-context qwen.
- StatefulSets per model so RWO model caches don't collide.
- Server-side cache_salt = base64(sha256(x-user-id)) · privacy enforced
  at the gateway, not trust-the-client.
- Token costs recorded as Envoy dynamic metadata, fed to the accounting
  service; surfaced on grafana.nrp-nautilus.io.
- Authentik in the `authentik` namespace fronts all of NRP's identity.
- LLM flag is a group-level boolean in prp/llm-proxy.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Inference and Infrastructure</dc:title>
  <dc:subject>NRP Conference 2026 · AI Inference and Infrastructure (30 min)
Mohammad Firas Sada, UCSD/SDSC
</dc:subject>
  <dc:creator/>
  <cp:lastModifiedBy/>
  <cp:revision>1</cp:revision>
  <dcterms:created xsi:type="dcterms:W3CDTF">2026-05-12T19:12:41Z</dcterms:created>
  <dcterms:modified xsi:type="dcterms:W3CDTF">2026-05-12T19:12:41Z</dcterms:modified>
</cp:coreProperties>
</file>